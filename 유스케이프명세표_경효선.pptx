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173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8715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308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42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11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61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364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296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203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78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10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80BDC-43B8-4C95-86DE-C25C9DA4FC96}" type="datetimeFigureOut">
              <a:rPr lang="ko-KR" altLang="en-US" smtClean="0"/>
              <a:t>2023-06-28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30AE4E-5EF6-4658-82AC-F18715FC91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71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573372"/>
              </p:ext>
            </p:extLst>
          </p:nvPr>
        </p:nvGraphicFramePr>
        <p:xfrm>
          <a:off x="1030779" y="1933323"/>
          <a:ext cx="1002514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8130">
                  <a:extLst>
                    <a:ext uri="{9D8B030D-6E8A-4147-A177-3AD203B41FA5}">
                      <a16:colId xmlns:a16="http://schemas.microsoft.com/office/drawing/2014/main" val="2066741189"/>
                    </a:ext>
                  </a:extLst>
                </a:gridCol>
                <a:gridCol w="3973509">
                  <a:extLst>
                    <a:ext uri="{9D8B030D-6E8A-4147-A177-3AD203B41FA5}">
                      <a16:colId xmlns:a16="http://schemas.microsoft.com/office/drawing/2014/main" val="3707919192"/>
                    </a:ext>
                  </a:extLst>
                </a:gridCol>
                <a:gridCol w="3973509">
                  <a:extLst>
                    <a:ext uri="{9D8B030D-6E8A-4147-A177-3AD203B41FA5}">
                      <a16:colId xmlns:a16="http://schemas.microsoft.com/office/drawing/2014/main" val="1411589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>
                          <a:solidFill>
                            <a:schemeClr val="tx1"/>
                          </a:solidFill>
                        </a:rPr>
                        <a:t>Use case name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유스케이스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이름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상품검색하기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41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Brief description</a:t>
                      </a:r>
                    </a:p>
                    <a:p>
                      <a:pPr algn="l" latinLnBrk="1"/>
                      <a:r>
                        <a:rPr lang="en-US" altLang="ko-KR" sz="1200" b="0" dirty="0" smtClean="0"/>
                        <a:t>(</a:t>
                      </a:r>
                      <a:r>
                        <a:rPr lang="ko-KR" altLang="en-US" sz="1200" b="0" dirty="0" smtClean="0"/>
                        <a:t>개요 및 설명</a:t>
                      </a:r>
                      <a:r>
                        <a:rPr lang="en-US" altLang="ko-KR" sz="1200" b="0" dirty="0" smtClean="0"/>
                        <a:t>)</a:t>
                      </a:r>
                      <a:endParaRPr lang="ko-KR" altLang="en-US" sz="1200" b="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/>
                        <a:t>신발 온라인 쇼핑몰에서 구매를 하고자 여성은 사이트에서 상품 검색 후 원하는 상품</a:t>
                      </a:r>
                      <a:r>
                        <a:rPr lang="ko-KR" altLang="en-US" sz="1200" baseline="0" dirty="0" smtClean="0"/>
                        <a:t> 클릭 후 </a:t>
                      </a:r>
                      <a:r>
                        <a:rPr lang="ko-KR" altLang="en-US" sz="1200" baseline="0" dirty="0" err="1" smtClean="0"/>
                        <a:t>결재창으로</a:t>
                      </a:r>
                      <a:r>
                        <a:rPr lang="ko-KR" altLang="en-US" sz="1200" baseline="0" dirty="0" smtClean="0"/>
                        <a:t> 넘어가 제품을 한번 더 확인한다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27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Actors</a:t>
                      </a:r>
                    </a:p>
                    <a:p>
                      <a:pPr algn="l" latinLnBrk="1"/>
                      <a:r>
                        <a:rPr lang="en-US" altLang="ko-KR" sz="1200" b="0" dirty="0" smtClean="0"/>
                        <a:t>(</a:t>
                      </a:r>
                      <a:r>
                        <a:rPr lang="ko-KR" altLang="en-US" sz="1200" b="0" dirty="0" err="1" smtClean="0"/>
                        <a:t>액터명</a:t>
                      </a:r>
                      <a:r>
                        <a:rPr lang="en-US" altLang="ko-KR" sz="1200" b="0" dirty="0" smtClean="0"/>
                        <a:t>)</a:t>
                      </a:r>
                      <a:endParaRPr lang="ko-KR" altLang="en-US" sz="1200" b="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20</a:t>
                      </a:r>
                      <a:r>
                        <a:rPr lang="ko-KR" altLang="en-US" sz="1200" dirty="0" smtClean="0"/>
                        <a:t>대 여성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2486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Preconditions</a:t>
                      </a:r>
                    </a:p>
                    <a:p>
                      <a:pPr algn="l" latinLnBrk="1"/>
                      <a:r>
                        <a:rPr lang="en-US" altLang="ko-KR" sz="1200" b="1" dirty="0" smtClean="0"/>
                        <a:t>conditions</a:t>
                      </a:r>
                    </a:p>
                    <a:p>
                      <a:pPr algn="l" latinLnBrk="1"/>
                      <a:r>
                        <a:rPr lang="en-US" altLang="ko-KR" sz="1200" b="0" dirty="0" smtClean="0"/>
                        <a:t>(</a:t>
                      </a:r>
                      <a:r>
                        <a:rPr lang="ko-KR" altLang="en-US" sz="1200" b="0" dirty="0" err="1" smtClean="0"/>
                        <a:t>사전조건</a:t>
                      </a:r>
                      <a:r>
                        <a:rPr lang="en-US" altLang="ko-KR" sz="1200" b="0" dirty="0" smtClean="0"/>
                        <a:t>)</a:t>
                      </a:r>
                      <a:endParaRPr lang="ko-KR" altLang="en-US" sz="1200" b="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/>
                        <a:t>검색 후 결재하고자 하는 제품이 구매 가능한 상태여야 한다</a:t>
                      </a:r>
                      <a:r>
                        <a:rPr lang="en-US" altLang="ko-KR" sz="1200" dirty="0" smtClean="0"/>
                        <a:t>.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958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Post conditions</a:t>
                      </a:r>
                    </a:p>
                    <a:p>
                      <a:pPr algn="l" latinLnBrk="1"/>
                      <a:r>
                        <a:rPr lang="en-US" altLang="ko-KR" sz="1200" b="0" dirty="0" smtClean="0"/>
                        <a:t>(</a:t>
                      </a:r>
                      <a:r>
                        <a:rPr lang="ko-KR" altLang="en-US" sz="1200" b="0" dirty="0" err="1" smtClean="0"/>
                        <a:t>사후조건</a:t>
                      </a:r>
                      <a:r>
                        <a:rPr lang="en-US" altLang="ko-KR" sz="1200" b="0" dirty="0" smtClean="0"/>
                        <a:t>)</a:t>
                      </a:r>
                      <a:endParaRPr lang="ko-KR" altLang="en-US" sz="1200" b="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 smtClean="0"/>
                        <a:t>제품 구매한 상품이 상품구매완료 상태로 변경되어야 한다</a:t>
                      </a:r>
                      <a:r>
                        <a:rPr lang="en-US" altLang="ko-KR" sz="1200" dirty="0" smtClean="0"/>
                        <a:t>.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591150"/>
                  </a:ext>
                </a:extLst>
              </a:tr>
              <a:tr h="228600">
                <a:tc row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/>
                        <a:t>Flow</a:t>
                      </a:r>
                      <a:r>
                        <a:rPr lang="en-US" altLang="ko-KR" sz="1200" b="1" baseline="0" dirty="0" smtClean="0"/>
                        <a:t> of activities</a:t>
                      </a:r>
                    </a:p>
                    <a:p>
                      <a:pPr algn="l" latinLnBrk="1"/>
                      <a:r>
                        <a:rPr lang="en-US" altLang="ko-KR" sz="1200" b="0" baseline="0" dirty="0" smtClean="0"/>
                        <a:t>(</a:t>
                      </a:r>
                      <a:r>
                        <a:rPr lang="ko-KR" altLang="en-US" sz="1200" b="0" baseline="0" dirty="0" smtClean="0"/>
                        <a:t>정상 흐름</a:t>
                      </a:r>
                      <a:r>
                        <a:rPr lang="en-US" altLang="ko-KR" sz="1200" b="0" baseline="0" dirty="0" smtClean="0"/>
                        <a:t>)</a:t>
                      </a:r>
                      <a:endParaRPr lang="ko-KR" altLang="en-US" sz="1200" b="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Actors(</a:t>
                      </a:r>
                      <a:r>
                        <a:rPr lang="ko-KR" altLang="en-US" sz="1200" dirty="0" smtClean="0"/>
                        <a:t>여성 관점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System(</a:t>
                      </a:r>
                      <a:r>
                        <a:rPr lang="ko-KR" altLang="en-US" sz="1200" dirty="0" smtClean="0"/>
                        <a:t>온라인 시스템 관점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24493"/>
                  </a:ext>
                </a:extLst>
              </a:tr>
              <a:tr h="228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1 – </a:t>
                      </a:r>
                      <a:r>
                        <a:rPr lang="ko-KR" altLang="en-US" sz="1200" dirty="0" smtClean="0"/>
                        <a:t>사이트에서 상품 검색을 한다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pPr algn="l" latinLnBrk="1"/>
                      <a:r>
                        <a:rPr lang="en-US" altLang="ko-KR" sz="1200" dirty="0" smtClean="0"/>
                        <a:t>3 – </a:t>
                      </a:r>
                      <a:r>
                        <a:rPr lang="ko-KR" altLang="en-US" sz="1200" dirty="0" smtClean="0"/>
                        <a:t>검색한 상품을 클릭 후 결재를 진행시킨</a:t>
                      </a:r>
                      <a:r>
                        <a:rPr lang="ko-KR" altLang="en-US" sz="1200" baseline="0" dirty="0" smtClean="0"/>
                        <a:t> 후 고객정보를 기재한다</a:t>
                      </a:r>
                      <a:r>
                        <a:rPr lang="en-US" altLang="ko-KR" sz="1200" baseline="0" dirty="0" smtClean="0"/>
                        <a:t>.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2 – </a:t>
                      </a:r>
                      <a:r>
                        <a:rPr lang="ko-KR" altLang="en-US" sz="1200" dirty="0" smtClean="0"/>
                        <a:t>검색한 상품을 노출한다</a:t>
                      </a:r>
                      <a:r>
                        <a:rPr lang="en-US" altLang="ko-KR" sz="1200" dirty="0" smtClean="0"/>
                        <a:t>.</a:t>
                      </a:r>
                    </a:p>
                    <a:p>
                      <a:pPr algn="l" latinLnBrk="1"/>
                      <a:r>
                        <a:rPr lang="en-US" altLang="ko-KR" sz="1200" dirty="0" smtClean="0"/>
                        <a:t>4 – </a:t>
                      </a:r>
                      <a:r>
                        <a:rPr lang="ko-KR" altLang="en-US" sz="1200" dirty="0" smtClean="0"/>
                        <a:t>결재 페이지로 이동해 고객정보를 확인 후</a:t>
                      </a:r>
                      <a:r>
                        <a:rPr lang="ko-KR" altLang="en-US" sz="1200" baseline="0" dirty="0" smtClean="0"/>
                        <a:t> 상품 결재를 완료 시킨다</a:t>
                      </a:r>
                      <a:r>
                        <a:rPr lang="en-US" altLang="ko-KR" sz="1200" baseline="0" dirty="0" smtClean="0"/>
                        <a:t>.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9442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err="1" smtClean="0"/>
                        <a:t>Excption</a:t>
                      </a:r>
                      <a:r>
                        <a:rPr lang="en-US" altLang="ko-KR" sz="1200" b="1" baseline="0" dirty="0" smtClean="0"/>
                        <a:t> conditions</a:t>
                      </a:r>
                    </a:p>
                    <a:p>
                      <a:pPr algn="l" latinLnBrk="1"/>
                      <a:r>
                        <a:rPr lang="en-US" altLang="ko-KR" sz="1200" b="0" dirty="0" smtClean="0"/>
                        <a:t>(</a:t>
                      </a:r>
                      <a:r>
                        <a:rPr lang="ko-KR" altLang="en-US" sz="1200" b="0" dirty="0" smtClean="0"/>
                        <a:t>대체 흐름</a:t>
                      </a:r>
                      <a:r>
                        <a:rPr lang="en-US" altLang="ko-KR" sz="1200" b="0" dirty="0" smtClean="0"/>
                        <a:t>)</a:t>
                      </a:r>
                      <a:endParaRPr lang="ko-KR" altLang="en-US" sz="1200" b="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 smtClean="0"/>
                        <a:t>2 – </a:t>
                      </a:r>
                      <a:r>
                        <a:rPr lang="ko-KR" altLang="en-US" sz="1200" dirty="0" smtClean="0"/>
                        <a:t>검색한 상품</a:t>
                      </a:r>
                      <a:r>
                        <a:rPr lang="ko-KR" altLang="en-US" sz="1200" baseline="0" dirty="0" smtClean="0"/>
                        <a:t> 미 노출 시 </a:t>
                      </a:r>
                      <a:r>
                        <a:rPr lang="ko-KR" altLang="en-US" sz="1200" baseline="0" dirty="0" err="1" smtClean="0"/>
                        <a:t>연관상품을</a:t>
                      </a:r>
                      <a:r>
                        <a:rPr lang="ko-KR" altLang="en-US" sz="1200" baseline="0" dirty="0" smtClean="0"/>
                        <a:t> 노출시키고</a:t>
                      </a:r>
                      <a:r>
                        <a:rPr lang="en-US" altLang="ko-KR" sz="1200" baseline="0" dirty="0" smtClean="0"/>
                        <a:t>, </a:t>
                      </a:r>
                      <a:r>
                        <a:rPr lang="ko-KR" altLang="en-US" sz="1200" baseline="0" dirty="0" smtClean="0"/>
                        <a:t>에러 메시지를 출력한다</a:t>
                      </a:r>
                      <a:r>
                        <a:rPr lang="en-US" altLang="ko-KR" sz="1200" baseline="0" dirty="0" smtClean="0"/>
                        <a:t>.</a:t>
                      </a:r>
                    </a:p>
                    <a:p>
                      <a:pPr algn="l" latinLnBrk="1"/>
                      <a:r>
                        <a:rPr lang="en-US" altLang="ko-KR" sz="1200" baseline="0" dirty="0" smtClean="0"/>
                        <a:t>4 – </a:t>
                      </a:r>
                      <a:r>
                        <a:rPr lang="ko-KR" altLang="en-US" sz="1200" baseline="0" dirty="0" smtClean="0"/>
                        <a:t>상품 결재가 불가능한 경우 에러 메시지를 출력한다</a:t>
                      </a:r>
                      <a:r>
                        <a:rPr lang="en-US" altLang="ko-KR" sz="1200" baseline="0" dirty="0" smtClean="0"/>
                        <a:t>.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602376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30779" y="1051279"/>
            <a:ext cx="575670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 err="1" smtClean="0"/>
              <a:t>유스케이스</a:t>
            </a:r>
            <a:r>
              <a:rPr lang="ko-KR" altLang="en-US" sz="1500" dirty="0" smtClean="0"/>
              <a:t> 명세표 </a:t>
            </a:r>
            <a:r>
              <a:rPr lang="en-US" altLang="ko-KR" sz="1500" dirty="0" smtClean="0"/>
              <a:t>– </a:t>
            </a:r>
            <a:r>
              <a:rPr lang="ko-KR" altLang="en-US" sz="1500" dirty="0" smtClean="0"/>
              <a:t>신발 온라인 쇼핑몰 상품검색에서 결재하기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3316124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164</Words>
  <Application>Microsoft Office PowerPoint</Application>
  <PresentationFormat>와이드스크린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</cp:revision>
  <dcterms:created xsi:type="dcterms:W3CDTF">2023-06-28T05:50:10Z</dcterms:created>
  <dcterms:modified xsi:type="dcterms:W3CDTF">2023-06-28T06:24:48Z</dcterms:modified>
</cp:coreProperties>
</file>